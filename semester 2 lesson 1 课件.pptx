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16"/>
  </p:notesMasterIdLst>
  <p:sldIdLst>
    <p:sldId id="256" r:id="rId2"/>
    <p:sldId id="328" r:id="rId3"/>
    <p:sldId id="399" r:id="rId4"/>
    <p:sldId id="402" r:id="rId5"/>
    <p:sldId id="403" r:id="rId6"/>
    <p:sldId id="404" r:id="rId7"/>
    <p:sldId id="405" r:id="rId8"/>
    <p:sldId id="406" r:id="rId9"/>
    <p:sldId id="407" r:id="rId10"/>
    <p:sldId id="408" r:id="rId11"/>
    <p:sldId id="386" r:id="rId12"/>
    <p:sldId id="387" r:id="rId13"/>
    <p:sldId id="400" r:id="rId14"/>
    <p:sldId id="401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A79D61-5E88-DCE9-E9B3-21E0F2809348}" v="41" dt="2026-07-25T02:19:16.002"/>
  </p1510:revLst>
</p1510:revInfo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3147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068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068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6274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26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838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9699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324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1888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8522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1765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17653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>
          <a:extLst>
            <a:ext uri="{FF2B5EF4-FFF2-40B4-BE49-F238E27FC236}">
              <a16:creationId xmlns:a16="http://schemas.microsoft.com/office/drawing/2014/main" id="{D32314FA-A055-5D23-D6D0-4B83A1DFE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>
            <a:extLst>
              <a:ext uri="{FF2B5EF4-FFF2-40B4-BE49-F238E27FC236}">
                <a16:creationId xmlns:a16="http://schemas.microsoft.com/office/drawing/2014/main" id="{2C56255B-5E57-5156-DCD0-3184DB2059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>
            <a:extLst>
              <a:ext uri="{FF2B5EF4-FFF2-40B4-BE49-F238E27FC236}">
                <a16:creationId xmlns:a16="http://schemas.microsoft.com/office/drawing/2014/main" id="{E4B6F81D-5E8C-6B8A-E5CD-FAEC570FC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17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701" r:id="rId3"/>
    <p:sldLayoutId id="2147483702" r:id="rId4"/>
    <p:sldLayoutId id="214748370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Python</a:t>
            </a:r>
            <a:r>
              <a:rPr lang="en" sz="6000" dirty="0"/>
              <a:t/>
            </a:r>
            <a:br>
              <a:rPr lang="en" sz="6000" dirty="0"/>
            </a:br>
            <a:r>
              <a:rPr lang="en" sz="3200" dirty="0"/>
              <a:t>week 1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Canberra Chinese School Sem2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Review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210" y="808637"/>
            <a:ext cx="4265173" cy="3968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260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Review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98" y="620371"/>
            <a:ext cx="5205413" cy="435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389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Review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720" y="764327"/>
            <a:ext cx="5279099" cy="407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5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Review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40" y="1520970"/>
            <a:ext cx="8732335" cy="215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1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Review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3244" y="876814"/>
            <a:ext cx="3893645" cy="40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5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Review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365" y="843021"/>
            <a:ext cx="5210902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65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Review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996" y="1085642"/>
            <a:ext cx="5792008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3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Review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54" y="1325100"/>
            <a:ext cx="8697403" cy="243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6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Review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268" y="833299"/>
            <a:ext cx="5546393" cy="394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28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New content: return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>
                <a:solidFill>
                  <a:schemeClr val="tx1"/>
                </a:solidFill>
              </a:rPr>
              <a:t>In Semester 1, our functions only printed things on the </a:t>
            </a:r>
            <a:r>
              <a:rPr lang="en-US" altLang="zh-CN" sz="1800" dirty="0" err="1">
                <a:solidFill>
                  <a:schemeClr val="tx1"/>
                </a:solidFill>
              </a:rPr>
              <a:t>screen.But</a:t>
            </a:r>
            <a:r>
              <a:rPr lang="en-US" altLang="zh-CN" sz="1800" dirty="0">
                <a:solidFill>
                  <a:schemeClr val="tx1"/>
                </a:solidFill>
              </a:rPr>
              <a:t> what if we want a function to calculate something and give the result back so we can use it later?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err="1">
                <a:solidFill>
                  <a:schemeClr val="tx1"/>
                </a:solidFill>
              </a:rPr>
              <a:t>def</a:t>
            </a:r>
            <a:r>
              <a:rPr lang="en-US" altLang="zh-CN" sz="1800" dirty="0">
                <a:solidFill>
                  <a:schemeClr val="tx1"/>
                </a:solidFill>
              </a:rPr>
              <a:t> function: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>
                <a:solidFill>
                  <a:schemeClr val="tx1"/>
                </a:solidFill>
              </a:rPr>
              <a:t>    …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>
                <a:solidFill>
                  <a:schemeClr val="tx1"/>
                </a:solidFill>
              </a:rPr>
              <a:t>    return …</a:t>
            </a:r>
          </a:p>
        </p:txBody>
      </p:sp>
    </p:spTree>
    <p:extLst>
      <p:ext uri="{BB962C8B-B14F-4D97-AF65-F5344CB8AC3E}">
        <p14:creationId xmlns:p14="http://schemas.microsoft.com/office/powerpoint/2010/main" val="193629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Return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72" y="1846443"/>
            <a:ext cx="6973647" cy="1758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545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/>
              <a:t>Exercise 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6" name="Google Shape;3209;p76">
            <a:extLst>
              <a:ext uri="{FF2B5EF4-FFF2-40B4-BE49-F238E27FC236}">
                <a16:creationId xmlns:a16="http://schemas.microsoft.com/office/drawing/2014/main" id="{E3A9517B-8EA0-8963-B170-A0E17985A7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58560" y="965740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spcAft>
                <a:spcPts val="1200"/>
              </a:spcAft>
            </a:pPr>
            <a:r>
              <a:rPr lang="en-US" altLang="zh-CN" sz="1800">
                <a:solidFill>
                  <a:schemeClr val="tx1"/>
                </a:solidFill>
              </a:rPr>
              <a:t>Make an exercise program that adds two numbers</a:t>
            </a:r>
          </a:p>
          <a:p>
            <a:pPr mar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7F5693-63FE-B7D3-2C58-910BE8159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622" y="1322614"/>
            <a:ext cx="4464858" cy="348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69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>
          <a:extLst>
            <a:ext uri="{FF2B5EF4-FFF2-40B4-BE49-F238E27FC236}">
              <a16:creationId xmlns:a16="http://schemas.microsoft.com/office/drawing/2014/main" id="{259B27BD-E809-049D-6E3A-83B6DD9CC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>
            <a:extLst>
              <a:ext uri="{FF2B5EF4-FFF2-40B4-BE49-F238E27FC236}">
                <a16:creationId xmlns:a16="http://schemas.microsoft.com/office/drawing/2014/main" id="{296F1E71-12EE-A978-F6DB-FCC90358A7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4000"/>
              <a:t>Exercise answer</a:t>
            </a:r>
            <a:endParaRPr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48975A-79CB-4D0F-FAE1-5550D3B47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126" y="859537"/>
            <a:ext cx="6969882" cy="365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94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3838</TotalTime>
  <Words>74</Words>
  <Application>Microsoft Office PowerPoint</Application>
  <PresentationFormat>On-screen Show (16:9)</PresentationFormat>
  <Paragraphs>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Didact Gothic</vt:lpstr>
      <vt:lpstr>Amatic SC</vt:lpstr>
      <vt:lpstr>Arial</vt:lpstr>
      <vt:lpstr>Giant Doodles Newsletter by Slidesgo</vt:lpstr>
      <vt:lpstr>Python week 1</vt:lpstr>
      <vt:lpstr>Review</vt:lpstr>
      <vt:lpstr>Review</vt:lpstr>
      <vt:lpstr>Review</vt:lpstr>
      <vt:lpstr>Review</vt:lpstr>
      <vt:lpstr>Review</vt:lpstr>
      <vt:lpstr>Review</vt:lpstr>
      <vt:lpstr>Review</vt:lpstr>
      <vt:lpstr>Review</vt:lpstr>
      <vt:lpstr>Review</vt:lpstr>
      <vt:lpstr>New content: return</vt:lpstr>
      <vt:lpstr>Return</vt:lpstr>
      <vt:lpstr>Exercise </vt:lpstr>
      <vt:lpstr>Exercise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Steven Gao</cp:lastModifiedBy>
  <cp:revision>89</cp:revision>
  <dcterms:modified xsi:type="dcterms:W3CDTF">2026-07-28T03:57:32Z</dcterms:modified>
</cp:coreProperties>
</file>